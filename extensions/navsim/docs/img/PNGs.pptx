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90BAA-CD76-6FC6-AF0A-1A031D316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5A1282-C3B3-A5C2-35E6-813BBEDF3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A39C76-D3E5-7AF0-7E78-B47B2CF31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C95A4-499A-4A04-B067-F85DE26AA042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4B1967-03A1-94F2-D441-F041E3818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470372-B8CC-B52F-1DF2-ABA074403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ED320-F08D-4789-9640-85E726E6C2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226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8AEA2F-56F4-1F5D-A240-80AEC461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34DA78-EABD-18BB-558D-378687A85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6ABDAE-7B6E-007A-2BEF-AC4A36F23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C95A4-499A-4A04-B067-F85DE26AA042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9E9132-C429-F197-1778-F0125D5E0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F0C801-64A5-01E4-C4AF-34AE22800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ED320-F08D-4789-9640-85E726E6C2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382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6DED2-010C-6054-D583-D73400B33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D23ACC-A4D8-8C6C-A76B-CACFAB03C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7672BF-89EE-5FA0-474A-DF5E31FB9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C95A4-499A-4A04-B067-F85DE26AA042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7844E1-7C23-436C-424A-492B4AF9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78CF58-08BD-88C1-66EF-F856F40E2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ED320-F08D-4789-9640-85E726E6C2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982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513E11-A912-C2F3-F35A-CC4AB320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D17297-540F-3DCB-4EB9-97FB5BE0EA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0FEB496-C8F2-BEEF-9651-47DF5B3DB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9BD1C3-7DFF-77F7-B4DE-B923CEF67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C95A4-499A-4A04-B067-F85DE26AA042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84786A-91FA-3CE8-707B-55CCCDBD2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8B9DA2-1303-B51C-D089-B7D50F0A7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ED320-F08D-4789-9640-85E726E6C2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468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D78495-3415-A8F9-4F8D-26911DF33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2AF278-1974-7C6A-4E22-E96A3AE99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7F7A23-8F34-1E5D-2D51-EAF6B702A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4EBB3E3-1F4D-123A-7324-284F1048BC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5F222E0-78A7-8351-C4DD-3BA2084DB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1F77EFE-2DEE-5AAB-ABF3-A70C12D9D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C95A4-499A-4A04-B067-F85DE26AA042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9DFCFBE-9D52-9716-45E6-643DFAD72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D96DC81-06AF-A5FA-176B-9D17F85AB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ED320-F08D-4789-9640-85E726E6C2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1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75E28E-EFF7-C7F2-7D1A-76457CF89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EE9F317-2369-7500-5D64-37DDFF6F9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C95A4-499A-4A04-B067-F85DE26AA042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B42E6C-1641-94A6-EDAD-29A9D7756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D103851-26B7-58B9-BAA1-A94DCC4F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ED320-F08D-4789-9640-85E726E6C2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568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C7AB1E9-64A1-BADD-1B91-9C8BCA453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C95A4-499A-4A04-B067-F85DE26AA042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7C51835-E2ED-C3CA-7D3A-C0D54D0B8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7EA560-611A-AC23-DE94-A8157C9D7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ED320-F08D-4789-9640-85E726E6C2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42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CBA856-E20C-7BD1-7015-DCD33895A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52AD49-4F34-A320-C5C6-C156B51D5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CEDC9A-B636-44A0-FF2E-3694996A2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0E998F-88BC-0F52-9A51-9F3116A0B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C95A4-499A-4A04-B067-F85DE26AA042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46E80C-80D7-9279-935F-074D094EB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ABC37D-0C4D-0234-706C-7307D69D3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ED320-F08D-4789-9640-85E726E6C2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69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DB7244-5FB6-D419-D1AA-B5A439F84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A98CC28-8745-1762-F0C7-875DE846310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2473F3A-10AA-94B7-6A04-518C6A46A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56AA0A-B56F-3F17-7989-5B38353C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C95A4-499A-4A04-B067-F85DE26AA042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6A753B-C4F6-8B1E-9F9A-50C6A094F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3C081B-CA90-31D7-D99C-5212B7BCD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ED320-F08D-4789-9640-85E726E6C2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3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F857B0-4DC2-C4B1-9B2B-0220E3615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E2C13E-C259-832B-B1E3-FA6E9A8FD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479B84-E905-6993-1242-8484CB336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C95A4-499A-4A04-B067-F85DE26AA042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84E377-13DB-8872-8D4E-A8A1465F8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55C5A2-70FE-4A88-36D3-8CD5A6C7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ED320-F08D-4789-9640-85E726E6C2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73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460E80-D92B-5AA8-8727-D27144A079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EEC58B0-6704-C79E-A71A-1FC666D04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8A4EFA-A4E4-BB40-4E07-38513089C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C95A4-499A-4A04-B067-F85DE26AA042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BE2F60-3177-6B45-79ED-5BD0B3998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8CE72B-B30F-C654-BC61-3A0EBE2A9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ED320-F08D-4789-9640-85E726E6C2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2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9D3F84-3701-84B0-42BB-97816634A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3E0482-1508-FE89-DE26-D2EE28244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0A9F08-9E62-45D3-3818-D9C4E5FCB2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C95A4-499A-4A04-B067-F85DE26AA042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16BF5E-1AC6-8235-D450-68C4AABF4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6FE1AD-ECFD-A98B-8C71-0208CE4CA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EED320-F08D-4789-9640-85E726E6C2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2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203E5F4-EB7A-AD4B-429E-9E8D6F078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78" y="0"/>
            <a:ext cx="3113171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FBB2AB0-A114-051F-8AC5-EB6A46706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735" y="313472"/>
            <a:ext cx="3683189" cy="297830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65F816F-7CDE-5513-FBC5-AFDCC1B68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393" y="313472"/>
            <a:ext cx="3645087" cy="280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048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Casado González</dc:creator>
  <cp:lastModifiedBy>Rafael Casado González</cp:lastModifiedBy>
  <cp:revision>1</cp:revision>
  <dcterms:created xsi:type="dcterms:W3CDTF">2026-10-21T16:14:38Z</dcterms:created>
  <dcterms:modified xsi:type="dcterms:W3CDTF">2026-10-21T22:18:53Z</dcterms:modified>
</cp:coreProperties>
</file>