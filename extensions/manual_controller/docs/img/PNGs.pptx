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66" d="100"/>
          <a:sy n="66" d="100"/>
        </p:scale>
        <p:origin x="175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0246E-2EDB-CB75-7C33-C4516C2B0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3B28B2-314A-A7B7-E7BF-5004C7486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D0A750-AFCE-FCA0-93F1-F7E59CD7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C32F9B-A0B1-E840-3142-E32B0A06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F74E95-36BE-4E48-C160-D5A1E1952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14DEE-E96C-9603-02C0-FD46F6F8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15DE0A-AA04-F38B-44B9-BFD1C1064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22739D-AA6C-D3EE-FC67-25E59892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BD4804-32F6-6E70-ABFB-83BF93956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371894-85CD-130B-DBEC-977A4580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4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D164C-2122-4FF8-293B-84312441C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2760BF-0042-C887-2752-C11F3FF9E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7A155C-0051-0BF0-DD97-1BFA27CF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61C8EE-E592-8D70-BBE6-DCBF08FC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EA26AB-96DF-DB89-A0CD-96E3707C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9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BE844-A9BB-C2DD-07E9-0E504A3C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2381C6-9D0D-93AF-DFEB-9B5B66F2D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A42B64-0BA0-F8F2-E3AD-D9014356D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CD13AF-CE14-DCAD-2895-600F162F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29F860-660A-6C4B-51BE-1F278545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E65EA1-F0F2-97CA-6E26-2AC19539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7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9ED53-B0B7-CFF2-C3B5-124E09E14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2002DB-DE95-1F25-78E0-15226B334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20533C-5E12-E6FD-19F0-804BA98A0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24B246F-4966-D1FF-42C9-80DE99F2D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E34718C-189F-D21C-9E55-391D8E7E4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217527-BB38-8D45-BA1C-D87C3658D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CC920C9-2255-7D16-A6CC-818ECD033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D45366B-930E-ADC1-D6F9-2F25F641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0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CD667-80E1-9B0B-0F0A-5D2321F4B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066003-11F5-9F7D-1848-C8F47853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323143-3019-DBD2-3971-48FAEB3D5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DBB712-B5CD-8201-6F9B-3528DA30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52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7131BF7-C09C-FC05-0E18-C4D76938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FAEF299-5A78-A0F1-8A0D-35ACEE2B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94DF3E-141A-AB0A-6F1A-F4E0EA6B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6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1F455-5889-432C-7DB5-F18989BB2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0BBA7D-9192-E1CE-5934-B417183BA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8D2045-C42F-4DF7-7298-5D9D4FB07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85E927-EE60-40E6-F8E6-F583B57C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6439C4-DA90-9ED5-F50D-A51F7BF11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1C72A5-76C3-4DEA-7301-AFADFF13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66235-A68D-BA6B-F464-3A99D3BC7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F0DF33-9E55-6DB7-A704-91C205D5CDA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B22DA7-3E76-7143-A82F-564A24FC8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75DA72-B5DF-C06D-D5BC-A2F023B49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D19161-2BD0-1EAE-281C-62DDE1F3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2A8CBD-FF6F-D2C9-FF62-8D54D3DA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9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7F753-1D40-7994-89FF-FCBADA44D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3E2C32-508D-AB95-98A7-6061287D9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FD9777-B68A-0627-4B6F-5FBE81A76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A049A-E6CC-50EC-853E-65670D6C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4E378F-5B90-F253-0437-7CD611C6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8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EEEFA-701D-C3ED-9BF1-9B8276B6A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1B2DA3-C235-5760-1EF9-DB98DA087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249EDA-42EB-3E7F-A590-E66970CD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288D72-0032-CEE5-7A43-A0AAEE5EC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75BE70-DE8A-9388-37B1-C2808180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6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132F68-F67D-1F37-EC71-571EC47C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3209FE-4A69-FCC1-C31C-FF4967582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08BDA0-5B17-23AA-4DD2-E7D4D733A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9AAB3-09F7-4297-BA95-F5C68107612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3D6599-D6B1-56DF-4269-1886A3FFA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E89C38-145C-76F5-D168-85A4752FD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DF869-7C18-4763-98CB-A60E3C2F0BA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4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75DD812-0F41-0E21-D397-1A6C91016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161"/>
            <a:ext cx="12192000" cy="64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1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4EBE19-CA85-F3B0-2E66-145BDC288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48" y="218910"/>
            <a:ext cx="4064209" cy="64201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3AC70BD-8FF3-1E05-1EAC-3787CFD1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948" y="865711"/>
            <a:ext cx="4807197" cy="372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AF6047C-473D-37F3-7282-8104B413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35" y="0"/>
            <a:ext cx="119033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24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Casado González</dc:creator>
  <cp:lastModifiedBy>Rafael Casado González</cp:lastModifiedBy>
  <cp:revision>1</cp:revision>
  <dcterms:created xsi:type="dcterms:W3CDTF">2026-10-21T09:08:00Z</dcterms:created>
  <dcterms:modified xsi:type="dcterms:W3CDTF">2026-10-21T12:15:42Z</dcterms:modified>
</cp:coreProperties>
</file>