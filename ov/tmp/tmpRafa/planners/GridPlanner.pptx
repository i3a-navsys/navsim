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-593" y="-6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2485D-8BE9-8461-8DDA-37E06B55A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E6933C-20B6-21C7-2220-20EDECE3A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F5CDA2-6AB7-0E37-10B9-CCA85B84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6EDFA8-E410-B3CB-9EF5-379681E2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FA7E06-DBBD-3710-8BEE-0E521DD1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29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8D99D-D09C-3FA8-C081-FC456408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76CFD9-A189-B356-017D-B03919E10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05F22C-EA2B-E4E7-FAE5-95E8C7FE4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362CBC-9929-9FBC-182C-21C5B6F8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2AB7A-1DA3-D3B7-55AF-656DAC316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109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CFC22-DC10-FC11-2725-BF2A9C86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88A6DE-D2DB-8ACB-92A1-79BE64956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FB8B0-F5CE-E4EE-29FE-42D967F5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4CB22B-1EED-0217-3D00-BE413972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BD2B0-26ED-1B5A-79BA-E1C0B0A9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370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C1694-7722-3BFE-3977-E518E2CB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45C44-9119-ACAA-BF1B-7A9F3FC75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0BDD75-012A-788F-260A-AA2A1CA8B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A2050E-53E8-F2E7-C707-4B3D666E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48710D-8036-F29C-4DC2-33E77B8D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7204C7-9DCC-B6A8-7FAF-B6978616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366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4D4D7-38C1-BBD8-CBFC-4E193341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D86FAF-7E37-6723-A1EF-E2CCCFD89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98B393-5165-DA6D-A4F5-FC4B5F821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A72C365-316A-AB10-8E06-4375379E6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9307F9-E800-ED05-B825-C9EC0DE5AF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39E616-E71E-16A6-D97B-AEE491E2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FCD445-E443-5BD5-117A-EC96439E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E99644-6F94-04DC-C924-6E967532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093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5ED2B-1B5E-8A20-A0C1-92B9B0FBD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7C1DF3-5D3F-FFE5-832B-871BDAE7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75A0A0-4968-D58F-31CF-588F11D43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90D398-3525-47D7-0893-27F01F8C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3580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D40C87-4937-F03F-EC1A-BE576193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369E1D-5BDC-A8E5-BD6D-93981B16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36C0EE-224C-D89B-E3BA-B425116E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023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84217-E4FE-17E4-233D-C362BD04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63D229-5870-EAC0-9398-3C8B68073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BE7824-B4E1-0AA1-C6EB-E65588554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4376F1-DDA1-2A9C-C4AB-3A1886D4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66EF16-0F67-E02E-ECA3-C8557F2A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928AC9-E716-9EA7-7A95-E96022D7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113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58441-304E-37FB-AF22-BFF8CD78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1B9DCE-5CA4-3616-63F3-C26200FB1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8629F2-818E-04B0-CFBE-44D7F9901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9FDB4B-CB9C-288C-4F92-0A1E917C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23217C-8F27-8A56-849C-C54912D8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98E653-9943-485D-653B-E6DB0FE6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7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A38DE-2F36-67A1-E416-55281B3F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050BB-BF4D-FFCB-A649-3A9B991D6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00FC39-081D-CC2D-6BA3-A162FFAA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3716DA-FEEA-B88C-F0C7-C262469E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5C55B1-8BFE-4517-95D5-867C4270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42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7A3C60-3D79-443D-C664-0A84110CA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9BC66-8358-3729-76E9-EC7FD8F36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9974F4-EB39-3686-9CFF-99BED6D4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A0ECEB-C287-F898-8AAE-B3379BE7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5797D4-DC48-F583-BD2E-2AD4D865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0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4BD3744-D1BD-2EFD-C602-D84BA233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BD4191-7441-96DE-5604-7565DADDF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3CD6AD-B98D-5137-D368-C27C2A63F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D7FC6-126D-4372-9DB7-480BD9724D61}" type="datetimeFigureOut">
              <a:rPr lang="es-ES" smtClean="0"/>
              <a:t>24/11/2024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0532-05DB-327A-D978-CDE700944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0136F-FA12-80F5-4C5D-8A37860E8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A2167-DEE5-4E79-AA35-1225724A7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476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726A9603-1715-8A5E-F4B0-4C10C46882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074" y="0"/>
            <a:ext cx="7503393" cy="68580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0A178241-ADA4-35A9-761A-BCD0A0D7B7DA}"/>
              </a:ext>
            </a:extLst>
          </p:cNvPr>
          <p:cNvSpPr/>
          <p:nvPr/>
        </p:nvSpPr>
        <p:spPr>
          <a:xfrm>
            <a:off x="5666290" y="1951689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47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EC6BF7E-8728-6C77-C837-8F8161E097D2}"/>
              </a:ext>
            </a:extLst>
          </p:cNvPr>
          <p:cNvCxnSpPr>
            <a:cxnSpLocks/>
          </p:cNvCxnSpPr>
          <p:nvPr/>
        </p:nvCxnSpPr>
        <p:spPr>
          <a:xfrm flipV="1">
            <a:off x="4472668" y="3593646"/>
            <a:ext cx="12246" cy="557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1D729EB-0276-A32A-C0DF-084F9875F022}"/>
              </a:ext>
            </a:extLst>
          </p:cNvPr>
          <p:cNvCxnSpPr>
            <a:cxnSpLocks/>
          </p:cNvCxnSpPr>
          <p:nvPr/>
        </p:nvCxnSpPr>
        <p:spPr>
          <a:xfrm flipH="1" flipV="1">
            <a:off x="4484914" y="4143375"/>
            <a:ext cx="292554" cy="285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21C2FF6-6558-5B13-39D0-22FA45E73EF9}"/>
              </a:ext>
            </a:extLst>
          </p:cNvPr>
          <p:cNvCxnSpPr>
            <a:cxnSpLocks/>
          </p:cNvCxnSpPr>
          <p:nvPr/>
        </p:nvCxnSpPr>
        <p:spPr>
          <a:xfrm flipV="1">
            <a:off x="4472668" y="3035753"/>
            <a:ext cx="12246" cy="557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1529A559-4144-D97A-B0E1-C6C8330787D3}"/>
              </a:ext>
            </a:extLst>
          </p:cNvPr>
          <p:cNvCxnSpPr>
            <a:cxnSpLocks/>
          </p:cNvCxnSpPr>
          <p:nvPr/>
        </p:nvCxnSpPr>
        <p:spPr>
          <a:xfrm flipV="1">
            <a:off x="4472668" y="2503714"/>
            <a:ext cx="12246" cy="557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3149083-0F9F-823F-8820-9F29DC440BA1}"/>
              </a:ext>
            </a:extLst>
          </p:cNvPr>
          <p:cNvCxnSpPr>
            <a:cxnSpLocks/>
          </p:cNvCxnSpPr>
          <p:nvPr/>
        </p:nvCxnSpPr>
        <p:spPr>
          <a:xfrm flipV="1">
            <a:off x="4475390" y="1911803"/>
            <a:ext cx="12246" cy="557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F50DF822-0B47-CAAA-9E2B-01EB7D5E96BB}"/>
              </a:ext>
            </a:extLst>
          </p:cNvPr>
          <p:cNvCxnSpPr>
            <a:cxnSpLocks/>
          </p:cNvCxnSpPr>
          <p:nvPr/>
        </p:nvCxnSpPr>
        <p:spPr>
          <a:xfrm flipV="1">
            <a:off x="4487636" y="1626054"/>
            <a:ext cx="276225" cy="285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A0A5117-D2F3-24C6-822F-7D152B3A1458}"/>
              </a:ext>
            </a:extLst>
          </p:cNvPr>
          <p:cNvCxnSpPr>
            <a:cxnSpLocks/>
          </p:cNvCxnSpPr>
          <p:nvPr/>
        </p:nvCxnSpPr>
        <p:spPr>
          <a:xfrm>
            <a:off x="4790530" y="1651090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368608E-32CC-2AE8-88AE-E07ABA59B9CF}"/>
              </a:ext>
            </a:extLst>
          </p:cNvPr>
          <p:cNvCxnSpPr>
            <a:cxnSpLocks/>
          </p:cNvCxnSpPr>
          <p:nvPr/>
        </p:nvCxnSpPr>
        <p:spPr>
          <a:xfrm>
            <a:off x="5334816" y="1638027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D61CDD0-1527-0D8D-B923-483B21190B3C}"/>
              </a:ext>
            </a:extLst>
          </p:cNvPr>
          <p:cNvCxnSpPr>
            <a:cxnSpLocks/>
          </p:cNvCxnSpPr>
          <p:nvPr/>
        </p:nvCxnSpPr>
        <p:spPr>
          <a:xfrm flipH="1">
            <a:off x="5930537" y="1928949"/>
            <a:ext cx="304800" cy="269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ipse 5">
            <a:extLst>
              <a:ext uri="{FF2B5EF4-FFF2-40B4-BE49-F238E27FC236}">
                <a16:creationId xmlns:a16="http://schemas.microsoft.com/office/drawing/2014/main" id="{8D7C79ED-8C9D-4EC6-9A2D-D59C85B35961}"/>
              </a:ext>
            </a:extLst>
          </p:cNvPr>
          <p:cNvSpPr/>
          <p:nvPr/>
        </p:nvSpPr>
        <p:spPr>
          <a:xfrm>
            <a:off x="4478386" y="4193057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23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FB833A88-6A41-248B-1616-70756025E2B2}"/>
              </a:ext>
            </a:extLst>
          </p:cNvPr>
          <p:cNvSpPr/>
          <p:nvPr/>
        </p:nvSpPr>
        <p:spPr>
          <a:xfrm>
            <a:off x="4478386" y="3632442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24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31A05311-D19D-5B5E-91E5-A8A7A3FA2953}"/>
              </a:ext>
            </a:extLst>
          </p:cNvPr>
          <p:cNvSpPr/>
          <p:nvPr/>
        </p:nvSpPr>
        <p:spPr>
          <a:xfrm>
            <a:off x="4478386" y="3084074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25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363576C1-B46D-BDBE-DDF9-56FF01791C15}"/>
              </a:ext>
            </a:extLst>
          </p:cNvPr>
          <p:cNvSpPr/>
          <p:nvPr/>
        </p:nvSpPr>
        <p:spPr>
          <a:xfrm>
            <a:off x="4478386" y="252073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26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958FB308-C066-3227-A0B9-87C522D3F9F4}"/>
              </a:ext>
            </a:extLst>
          </p:cNvPr>
          <p:cNvSpPr/>
          <p:nvPr/>
        </p:nvSpPr>
        <p:spPr>
          <a:xfrm>
            <a:off x="4478386" y="196193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27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3FF15357-5878-F832-F0DD-E3B8500BDDFB}"/>
              </a:ext>
            </a:extLst>
          </p:cNvPr>
          <p:cNvSpPr/>
          <p:nvPr/>
        </p:nvSpPr>
        <p:spPr>
          <a:xfrm>
            <a:off x="4478386" y="1384995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28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930D0BEA-C9E5-197D-52CD-3BBAC774EB05}"/>
              </a:ext>
            </a:extLst>
          </p:cNvPr>
          <p:cNvSpPr/>
          <p:nvPr/>
        </p:nvSpPr>
        <p:spPr>
          <a:xfrm>
            <a:off x="5066215" y="1384995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38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44610BBC-F357-1FF5-AB8C-BE6B080A248A}"/>
              </a:ext>
            </a:extLst>
          </p:cNvPr>
          <p:cNvSpPr/>
          <p:nvPr/>
        </p:nvSpPr>
        <p:spPr>
          <a:xfrm>
            <a:off x="5632272" y="1384995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48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C2BEDEF4-4262-83D2-B57A-F842EC9F2E94}"/>
              </a:ext>
            </a:extLst>
          </p:cNvPr>
          <p:cNvSpPr/>
          <p:nvPr/>
        </p:nvSpPr>
        <p:spPr>
          <a:xfrm>
            <a:off x="6238243" y="1954680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57</a:t>
            </a:r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30F0E461-65C7-1135-2457-8AC68B5BADEC}"/>
              </a:ext>
            </a:extLst>
          </p:cNvPr>
          <p:cNvCxnSpPr>
            <a:cxnSpLocks/>
          </p:cNvCxnSpPr>
          <p:nvPr/>
        </p:nvCxnSpPr>
        <p:spPr>
          <a:xfrm>
            <a:off x="5932714" y="1631496"/>
            <a:ext cx="311604" cy="295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96043C04-7A9D-01E5-8506-4A15852C3FDD}"/>
              </a:ext>
            </a:extLst>
          </p:cNvPr>
          <p:cNvSpPr/>
          <p:nvPr/>
        </p:nvSpPr>
        <p:spPr>
          <a:xfrm>
            <a:off x="5092989" y="4495376"/>
            <a:ext cx="245128" cy="2262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" sz="1200" dirty="0"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73025B72-F36A-A416-D743-9EDB494C7F86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4793796" y="4431846"/>
            <a:ext cx="335091" cy="96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C0F7F6F0-9BD0-EAF0-CB91-925075D75053}"/>
              </a:ext>
            </a:extLst>
          </p:cNvPr>
          <p:cNvSpPr/>
          <p:nvPr/>
        </p:nvSpPr>
        <p:spPr>
          <a:xfrm>
            <a:off x="5406893" y="1924702"/>
            <a:ext cx="245128" cy="22627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ES" sz="12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D5E8E02-0D69-CDAB-8A3B-A93DFEE003B2}"/>
              </a:ext>
            </a:extLst>
          </p:cNvPr>
          <p:cNvCxnSpPr>
            <a:cxnSpLocks/>
            <a:endCxn id="5" idx="5"/>
          </p:cNvCxnSpPr>
          <p:nvPr/>
        </p:nvCxnSpPr>
        <p:spPr>
          <a:xfrm flipH="1" flipV="1">
            <a:off x="5616123" y="2117837"/>
            <a:ext cx="334734" cy="66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370AEA3E-E4DF-6E06-A760-CD1FAD233171}"/>
              </a:ext>
            </a:extLst>
          </p:cNvPr>
          <p:cNvSpPr/>
          <p:nvPr/>
        </p:nvSpPr>
        <p:spPr>
          <a:xfrm>
            <a:off x="5677629" y="474822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42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861030D-700B-1241-BAA5-02FEC836610D}"/>
              </a:ext>
            </a:extLst>
          </p:cNvPr>
          <p:cNvSpPr/>
          <p:nvPr/>
        </p:nvSpPr>
        <p:spPr>
          <a:xfrm>
            <a:off x="6269086" y="4744599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52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CDF47D9-28B5-0BF9-7951-6B497D7F3137}"/>
              </a:ext>
            </a:extLst>
          </p:cNvPr>
          <p:cNvSpPr/>
          <p:nvPr/>
        </p:nvSpPr>
        <p:spPr>
          <a:xfrm>
            <a:off x="6871429" y="4730086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62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C1484E2-06B6-C554-4C89-3ECACB7B00FA}"/>
              </a:ext>
            </a:extLst>
          </p:cNvPr>
          <p:cNvSpPr/>
          <p:nvPr/>
        </p:nvSpPr>
        <p:spPr>
          <a:xfrm>
            <a:off x="6860543" y="4193057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63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DECF67D-60F5-81CA-1E64-6E965A34892F}"/>
              </a:ext>
            </a:extLst>
          </p:cNvPr>
          <p:cNvSpPr/>
          <p:nvPr/>
        </p:nvSpPr>
        <p:spPr>
          <a:xfrm>
            <a:off x="6846027" y="3612486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D535C13-C572-6283-DD04-F3AE3A306A35}"/>
              </a:ext>
            </a:extLst>
          </p:cNvPr>
          <p:cNvSpPr/>
          <p:nvPr/>
        </p:nvSpPr>
        <p:spPr>
          <a:xfrm>
            <a:off x="6864172" y="3064571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65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5358436-43A4-B7F4-0EEE-61372AFDC45D}"/>
              </a:ext>
            </a:extLst>
          </p:cNvPr>
          <p:cNvSpPr/>
          <p:nvPr/>
        </p:nvSpPr>
        <p:spPr>
          <a:xfrm>
            <a:off x="6853285" y="2502143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66</a:t>
            </a:r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9CCCFF62-8AE1-12FB-31CF-408FAEB76AE3}"/>
              </a:ext>
            </a:extLst>
          </p:cNvPr>
          <p:cNvSpPr/>
          <p:nvPr/>
        </p:nvSpPr>
        <p:spPr>
          <a:xfrm>
            <a:off x="4512509" y="1538514"/>
            <a:ext cx="2505395" cy="3331029"/>
          </a:xfrm>
          <a:custGeom>
            <a:avLst/>
            <a:gdLst>
              <a:gd name="connsiteX0" fmla="*/ 1293205 w 2505395"/>
              <a:gd name="connsiteY0" fmla="*/ 3331029 h 3331029"/>
              <a:gd name="connsiteX1" fmla="*/ 1496405 w 2505395"/>
              <a:gd name="connsiteY1" fmla="*/ 3327400 h 3331029"/>
              <a:gd name="connsiteX2" fmla="*/ 1547205 w 2505395"/>
              <a:gd name="connsiteY2" fmla="*/ 3320143 h 3331029"/>
              <a:gd name="connsiteX3" fmla="*/ 1608891 w 2505395"/>
              <a:gd name="connsiteY3" fmla="*/ 3312886 h 3331029"/>
              <a:gd name="connsiteX4" fmla="*/ 1703234 w 2505395"/>
              <a:gd name="connsiteY4" fmla="*/ 3291115 h 3331029"/>
              <a:gd name="connsiteX5" fmla="*/ 2262034 w 2505395"/>
              <a:gd name="connsiteY5" fmla="*/ 3302000 h 3331029"/>
              <a:gd name="connsiteX6" fmla="*/ 2461605 w 2505395"/>
              <a:gd name="connsiteY6" fmla="*/ 3309257 h 3331029"/>
              <a:gd name="connsiteX7" fmla="*/ 2476120 w 2505395"/>
              <a:gd name="connsiteY7" fmla="*/ 3298372 h 3331029"/>
              <a:gd name="connsiteX8" fmla="*/ 2497891 w 2505395"/>
              <a:gd name="connsiteY8" fmla="*/ 3211286 h 3331029"/>
              <a:gd name="connsiteX9" fmla="*/ 2505148 w 2505395"/>
              <a:gd name="connsiteY9" fmla="*/ 3113315 h 3331029"/>
              <a:gd name="connsiteX10" fmla="*/ 2501520 w 2505395"/>
              <a:gd name="connsiteY10" fmla="*/ 3026229 h 3331029"/>
              <a:gd name="connsiteX11" fmla="*/ 2494262 w 2505395"/>
              <a:gd name="connsiteY11" fmla="*/ 2997200 h 3331029"/>
              <a:gd name="connsiteX12" fmla="*/ 2487005 w 2505395"/>
              <a:gd name="connsiteY12" fmla="*/ 2895600 h 3331029"/>
              <a:gd name="connsiteX13" fmla="*/ 2472491 w 2505395"/>
              <a:gd name="connsiteY13" fmla="*/ 2804886 h 3331029"/>
              <a:gd name="connsiteX14" fmla="*/ 2454348 w 2505395"/>
              <a:gd name="connsiteY14" fmla="*/ 2659743 h 3331029"/>
              <a:gd name="connsiteX15" fmla="*/ 2450720 w 2505395"/>
              <a:gd name="connsiteY15" fmla="*/ 2398486 h 3331029"/>
              <a:gd name="connsiteX16" fmla="*/ 2461605 w 2505395"/>
              <a:gd name="connsiteY16" fmla="*/ 2344057 h 3331029"/>
              <a:gd name="connsiteX17" fmla="*/ 2476120 w 2505395"/>
              <a:gd name="connsiteY17" fmla="*/ 2256972 h 3331029"/>
              <a:gd name="connsiteX18" fmla="*/ 2483377 w 2505395"/>
              <a:gd name="connsiteY18" fmla="*/ 2195286 h 3331029"/>
              <a:gd name="connsiteX19" fmla="*/ 2490634 w 2505395"/>
              <a:gd name="connsiteY19" fmla="*/ 2151743 h 3331029"/>
              <a:gd name="connsiteX20" fmla="*/ 2497891 w 2505395"/>
              <a:gd name="connsiteY20" fmla="*/ 2093686 h 3331029"/>
              <a:gd name="connsiteX21" fmla="*/ 2505148 w 2505395"/>
              <a:gd name="connsiteY21" fmla="*/ 1926772 h 3331029"/>
              <a:gd name="connsiteX22" fmla="*/ 2501520 w 2505395"/>
              <a:gd name="connsiteY22" fmla="*/ 1411515 h 3331029"/>
              <a:gd name="connsiteX23" fmla="*/ 2494262 w 2505395"/>
              <a:gd name="connsiteY23" fmla="*/ 1266372 h 3331029"/>
              <a:gd name="connsiteX24" fmla="*/ 2465234 w 2505395"/>
              <a:gd name="connsiteY24" fmla="*/ 1172029 h 3331029"/>
              <a:gd name="connsiteX25" fmla="*/ 2457977 w 2505395"/>
              <a:gd name="connsiteY25" fmla="*/ 1135743 h 3331029"/>
              <a:gd name="connsiteX26" fmla="*/ 2450720 w 2505395"/>
              <a:gd name="connsiteY26" fmla="*/ 1121229 h 3331029"/>
              <a:gd name="connsiteX27" fmla="*/ 2428948 w 2505395"/>
              <a:gd name="connsiteY27" fmla="*/ 1084943 h 3331029"/>
              <a:gd name="connsiteX28" fmla="*/ 2392662 w 2505395"/>
              <a:gd name="connsiteY28" fmla="*/ 976086 h 3331029"/>
              <a:gd name="connsiteX29" fmla="*/ 2378148 w 2505395"/>
              <a:gd name="connsiteY29" fmla="*/ 954315 h 3331029"/>
              <a:gd name="connsiteX30" fmla="*/ 2370891 w 2505395"/>
              <a:gd name="connsiteY30" fmla="*/ 939800 h 3331029"/>
              <a:gd name="connsiteX31" fmla="*/ 2363634 w 2505395"/>
              <a:gd name="connsiteY31" fmla="*/ 918029 h 3331029"/>
              <a:gd name="connsiteX32" fmla="*/ 2269291 w 2505395"/>
              <a:gd name="connsiteY32" fmla="*/ 830943 h 3331029"/>
              <a:gd name="connsiteX33" fmla="*/ 2178577 w 2505395"/>
              <a:gd name="connsiteY33" fmla="*/ 772886 h 3331029"/>
              <a:gd name="connsiteX34" fmla="*/ 2073348 w 2505395"/>
              <a:gd name="connsiteY34" fmla="*/ 743857 h 3331029"/>
              <a:gd name="connsiteX35" fmla="*/ 1902805 w 2505395"/>
              <a:gd name="connsiteY35" fmla="*/ 714829 h 3331029"/>
              <a:gd name="connsiteX36" fmla="*/ 1859262 w 2505395"/>
              <a:gd name="connsiteY36" fmla="*/ 700315 h 3331029"/>
              <a:gd name="connsiteX37" fmla="*/ 1844748 w 2505395"/>
              <a:gd name="connsiteY37" fmla="*/ 678543 h 3331029"/>
              <a:gd name="connsiteX38" fmla="*/ 1779434 w 2505395"/>
              <a:gd name="connsiteY38" fmla="*/ 635000 h 3331029"/>
              <a:gd name="connsiteX39" fmla="*/ 1706862 w 2505395"/>
              <a:gd name="connsiteY39" fmla="*/ 547915 h 3331029"/>
              <a:gd name="connsiteX40" fmla="*/ 1605262 w 2505395"/>
              <a:gd name="connsiteY40" fmla="*/ 518886 h 3331029"/>
              <a:gd name="connsiteX41" fmla="*/ 1576234 w 2505395"/>
              <a:gd name="connsiteY41" fmla="*/ 511629 h 3331029"/>
              <a:gd name="connsiteX42" fmla="*/ 1358520 w 2505395"/>
              <a:gd name="connsiteY42" fmla="*/ 508000 h 3331029"/>
              <a:gd name="connsiteX43" fmla="*/ 1256920 w 2505395"/>
              <a:gd name="connsiteY43" fmla="*/ 529772 h 3331029"/>
              <a:gd name="connsiteX44" fmla="*/ 1242405 w 2505395"/>
              <a:gd name="connsiteY44" fmla="*/ 537029 h 3331029"/>
              <a:gd name="connsiteX45" fmla="*/ 1209748 w 2505395"/>
              <a:gd name="connsiteY45" fmla="*/ 544286 h 3331029"/>
              <a:gd name="connsiteX46" fmla="*/ 1144434 w 2505395"/>
              <a:gd name="connsiteY46" fmla="*/ 566057 h 3331029"/>
              <a:gd name="connsiteX47" fmla="*/ 933977 w 2505395"/>
              <a:gd name="connsiteY47" fmla="*/ 602343 h 3331029"/>
              <a:gd name="connsiteX48" fmla="*/ 803348 w 2505395"/>
              <a:gd name="connsiteY48" fmla="*/ 598715 h 3331029"/>
              <a:gd name="connsiteX49" fmla="*/ 712634 w 2505395"/>
              <a:gd name="connsiteY49" fmla="*/ 566057 h 3331029"/>
              <a:gd name="connsiteX50" fmla="*/ 661834 w 2505395"/>
              <a:gd name="connsiteY50" fmla="*/ 558800 h 3331029"/>
              <a:gd name="connsiteX51" fmla="*/ 516691 w 2505395"/>
              <a:gd name="connsiteY51" fmla="*/ 573315 h 3331029"/>
              <a:gd name="connsiteX52" fmla="*/ 407834 w 2505395"/>
              <a:gd name="connsiteY52" fmla="*/ 602343 h 3331029"/>
              <a:gd name="connsiteX53" fmla="*/ 41348 w 2505395"/>
              <a:gd name="connsiteY53" fmla="*/ 613229 h 3331029"/>
              <a:gd name="connsiteX54" fmla="*/ 1434 w 2505395"/>
              <a:gd name="connsiteY54" fmla="*/ 609600 h 3331029"/>
              <a:gd name="connsiteX55" fmla="*/ 5062 w 2505395"/>
              <a:gd name="connsiteY55" fmla="*/ 595086 h 3331029"/>
              <a:gd name="connsiteX56" fmla="*/ 19577 w 2505395"/>
              <a:gd name="connsiteY56" fmla="*/ 497115 h 3331029"/>
              <a:gd name="connsiteX57" fmla="*/ 34091 w 2505395"/>
              <a:gd name="connsiteY57" fmla="*/ 395515 h 3331029"/>
              <a:gd name="connsiteX58" fmla="*/ 48605 w 2505395"/>
              <a:gd name="connsiteY58" fmla="*/ 348343 h 3331029"/>
              <a:gd name="connsiteX59" fmla="*/ 55862 w 2505395"/>
              <a:gd name="connsiteY59" fmla="*/ 206829 h 3331029"/>
              <a:gd name="connsiteX60" fmla="*/ 63120 w 2505395"/>
              <a:gd name="connsiteY60" fmla="*/ 29029 h 3331029"/>
              <a:gd name="connsiteX61" fmla="*/ 70377 w 2505395"/>
              <a:gd name="connsiteY61" fmla="*/ 0 h 3331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505395" h="3331029">
                <a:moveTo>
                  <a:pt x="1293205" y="3331029"/>
                </a:moveTo>
                <a:cubicBezTo>
                  <a:pt x="1360938" y="3329819"/>
                  <a:pt x="1428723" y="3330301"/>
                  <a:pt x="1496405" y="3327400"/>
                </a:cubicBezTo>
                <a:cubicBezTo>
                  <a:pt x="1513495" y="3326668"/>
                  <a:pt x="1530240" y="3322332"/>
                  <a:pt x="1547205" y="3320143"/>
                </a:cubicBezTo>
                <a:cubicBezTo>
                  <a:pt x="1567739" y="3317494"/>
                  <a:pt x="1588411" y="3315920"/>
                  <a:pt x="1608891" y="3312886"/>
                </a:cubicBezTo>
                <a:cubicBezTo>
                  <a:pt x="1636307" y="3308824"/>
                  <a:pt x="1679188" y="3297126"/>
                  <a:pt x="1703234" y="3291115"/>
                </a:cubicBezTo>
                <a:cubicBezTo>
                  <a:pt x="2017166" y="3301939"/>
                  <a:pt x="1525280" y="3285628"/>
                  <a:pt x="2262034" y="3302000"/>
                </a:cubicBezTo>
                <a:cubicBezTo>
                  <a:pt x="2328585" y="3303479"/>
                  <a:pt x="2395081" y="3306838"/>
                  <a:pt x="2461605" y="3309257"/>
                </a:cubicBezTo>
                <a:cubicBezTo>
                  <a:pt x="2466443" y="3305629"/>
                  <a:pt x="2472950" y="3303523"/>
                  <a:pt x="2476120" y="3298372"/>
                </a:cubicBezTo>
                <a:cubicBezTo>
                  <a:pt x="2492258" y="3272148"/>
                  <a:pt x="2495000" y="3240916"/>
                  <a:pt x="2497891" y="3211286"/>
                </a:cubicBezTo>
                <a:cubicBezTo>
                  <a:pt x="2501071" y="3178694"/>
                  <a:pt x="2502729" y="3145972"/>
                  <a:pt x="2505148" y="3113315"/>
                </a:cubicBezTo>
                <a:cubicBezTo>
                  <a:pt x="2503939" y="3084286"/>
                  <a:pt x="2504232" y="3055156"/>
                  <a:pt x="2501520" y="3026229"/>
                </a:cubicBezTo>
                <a:cubicBezTo>
                  <a:pt x="2500589" y="3016298"/>
                  <a:pt x="2495364" y="3007113"/>
                  <a:pt x="2494262" y="2997200"/>
                </a:cubicBezTo>
                <a:cubicBezTo>
                  <a:pt x="2490512" y="2963455"/>
                  <a:pt x="2490824" y="2929337"/>
                  <a:pt x="2487005" y="2895600"/>
                </a:cubicBezTo>
                <a:cubicBezTo>
                  <a:pt x="2483560" y="2865172"/>
                  <a:pt x="2475394" y="2835371"/>
                  <a:pt x="2472491" y="2804886"/>
                </a:cubicBezTo>
                <a:cubicBezTo>
                  <a:pt x="2463028" y="2705525"/>
                  <a:pt x="2469213" y="2753889"/>
                  <a:pt x="2454348" y="2659743"/>
                </a:cubicBezTo>
                <a:cubicBezTo>
                  <a:pt x="2448338" y="2551557"/>
                  <a:pt x="2442221" y="2506849"/>
                  <a:pt x="2450720" y="2398486"/>
                </a:cubicBezTo>
                <a:cubicBezTo>
                  <a:pt x="2452167" y="2380040"/>
                  <a:pt x="2458336" y="2362268"/>
                  <a:pt x="2461605" y="2344057"/>
                </a:cubicBezTo>
                <a:cubicBezTo>
                  <a:pt x="2466804" y="2315091"/>
                  <a:pt x="2471859" y="2286091"/>
                  <a:pt x="2476120" y="2256972"/>
                </a:cubicBezTo>
                <a:cubicBezTo>
                  <a:pt x="2479118" y="2236486"/>
                  <a:pt x="2480548" y="2215796"/>
                  <a:pt x="2483377" y="2195286"/>
                </a:cubicBezTo>
                <a:cubicBezTo>
                  <a:pt x="2485388" y="2180709"/>
                  <a:pt x="2488553" y="2166310"/>
                  <a:pt x="2490634" y="2151743"/>
                </a:cubicBezTo>
                <a:cubicBezTo>
                  <a:pt x="2493392" y="2132436"/>
                  <a:pt x="2495472" y="2113038"/>
                  <a:pt x="2497891" y="2093686"/>
                </a:cubicBezTo>
                <a:cubicBezTo>
                  <a:pt x="2500310" y="2038048"/>
                  <a:pt x="2504852" y="1982462"/>
                  <a:pt x="2505148" y="1926772"/>
                </a:cubicBezTo>
                <a:cubicBezTo>
                  <a:pt x="2506062" y="1755018"/>
                  <a:pt x="2504351" y="1583248"/>
                  <a:pt x="2501520" y="1411515"/>
                </a:cubicBezTo>
                <a:cubicBezTo>
                  <a:pt x="2500722" y="1363080"/>
                  <a:pt x="2499423" y="1314538"/>
                  <a:pt x="2494262" y="1266372"/>
                </a:cubicBezTo>
                <a:cubicBezTo>
                  <a:pt x="2487635" y="1204526"/>
                  <a:pt x="2479942" y="1221057"/>
                  <a:pt x="2465234" y="1172029"/>
                </a:cubicBezTo>
                <a:cubicBezTo>
                  <a:pt x="2461690" y="1160214"/>
                  <a:pt x="2461366" y="1147603"/>
                  <a:pt x="2457977" y="1135743"/>
                </a:cubicBezTo>
                <a:cubicBezTo>
                  <a:pt x="2456491" y="1130542"/>
                  <a:pt x="2453503" y="1125867"/>
                  <a:pt x="2450720" y="1121229"/>
                </a:cubicBezTo>
                <a:cubicBezTo>
                  <a:pt x="2443329" y="1108910"/>
                  <a:pt x="2433827" y="1098605"/>
                  <a:pt x="2428948" y="1084943"/>
                </a:cubicBezTo>
                <a:cubicBezTo>
                  <a:pt x="2418421" y="1055469"/>
                  <a:pt x="2406557" y="996929"/>
                  <a:pt x="2392662" y="976086"/>
                </a:cubicBezTo>
                <a:cubicBezTo>
                  <a:pt x="2387824" y="968829"/>
                  <a:pt x="2382635" y="961794"/>
                  <a:pt x="2378148" y="954315"/>
                </a:cubicBezTo>
                <a:cubicBezTo>
                  <a:pt x="2375365" y="949676"/>
                  <a:pt x="2372900" y="944822"/>
                  <a:pt x="2370891" y="939800"/>
                </a:cubicBezTo>
                <a:cubicBezTo>
                  <a:pt x="2368050" y="932698"/>
                  <a:pt x="2368478" y="923949"/>
                  <a:pt x="2363634" y="918029"/>
                </a:cubicBezTo>
                <a:cubicBezTo>
                  <a:pt x="2344910" y="895144"/>
                  <a:pt x="2298488" y="850964"/>
                  <a:pt x="2269291" y="830943"/>
                </a:cubicBezTo>
                <a:cubicBezTo>
                  <a:pt x="2239683" y="810640"/>
                  <a:pt x="2211383" y="787467"/>
                  <a:pt x="2178577" y="772886"/>
                </a:cubicBezTo>
                <a:cubicBezTo>
                  <a:pt x="2145327" y="758108"/>
                  <a:pt x="2108570" y="752989"/>
                  <a:pt x="2073348" y="743857"/>
                </a:cubicBezTo>
                <a:cubicBezTo>
                  <a:pt x="1970005" y="717064"/>
                  <a:pt x="2002130" y="723858"/>
                  <a:pt x="1902805" y="714829"/>
                </a:cubicBezTo>
                <a:cubicBezTo>
                  <a:pt x="1880117" y="710291"/>
                  <a:pt x="1870541" y="715353"/>
                  <a:pt x="1859262" y="700315"/>
                </a:cubicBezTo>
                <a:cubicBezTo>
                  <a:pt x="1854029" y="693337"/>
                  <a:pt x="1851370" y="684219"/>
                  <a:pt x="1844748" y="678543"/>
                </a:cubicBezTo>
                <a:cubicBezTo>
                  <a:pt x="1819108" y="656566"/>
                  <a:pt x="1801724" y="660076"/>
                  <a:pt x="1779434" y="635000"/>
                </a:cubicBezTo>
                <a:cubicBezTo>
                  <a:pt x="1752759" y="604990"/>
                  <a:pt x="1746572" y="567771"/>
                  <a:pt x="1706862" y="547915"/>
                </a:cubicBezTo>
                <a:cubicBezTo>
                  <a:pt x="1645876" y="517421"/>
                  <a:pt x="1679422" y="528156"/>
                  <a:pt x="1605262" y="518886"/>
                </a:cubicBezTo>
                <a:cubicBezTo>
                  <a:pt x="1595586" y="516467"/>
                  <a:pt x="1586114" y="512992"/>
                  <a:pt x="1576234" y="511629"/>
                </a:cubicBezTo>
                <a:cubicBezTo>
                  <a:pt x="1485210" y="499074"/>
                  <a:pt x="1466083" y="505242"/>
                  <a:pt x="1358520" y="508000"/>
                </a:cubicBezTo>
                <a:cubicBezTo>
                  <a:pt x="1324653" y="515257"/>
                  <a:pt x="1290521" y="521372"/>
                  <a:pt x="1256920" y="529772"/>
                </a:cubicBezTo>
                <a:cubicBezTo>
                  <a:pt x="1251672" y="531084"/>
                  <a:pt x="1247575" y="535438"/>
                  <a:pt x="1242405" y="537029"/>
                </a:cubicBezTo>
                <a:cubicBezTo>
                  <a:pt x="1231747" y="540308"/>
                  <a:pt x="1220440" y="541118"/>
                  <a:pt x="1209748" y="544286"/>
                </a:cubicBezTo>
                <a:cubicBezTo>
                  <a:pt x="1187745" y="550805"/>
                  <a:pt x="1166722" y="560590"/>
                  <a:pt x="1144434" y="566057"/>
                </a:cubicBezTo>
                <a:cubicBezTo>
                  <a:pt x="1050846" y="589012"/>
                  <a:pt x="1020654" y="591037"/>
                  <a:pt x="933977" y="602343"/>
                </a:cubicBezTo>
                <a:cubicBezTo>
                  <a:pt x="890434" y="601134"/>
                  <a:pt x="846609" y="603804"/>
                  <a:pt x="803348" y="598715"/>
                </a:cubicBezTo>
                <a:cubicBezTo>
                  <a:pt x="755483" y="593084"/>
                  <a:pt x="753787" y="576346"/>
                  <a:pt x="712634" y="566057"/>
                </a:cubicBezTo>
                <a:cubicBezTo>
                  <a:pt x="696039" y="561908"/>
                  <a:pt x="678767" y="561219"/>
                  <a:pt x="661834" y="558800"/>
                </a:cubicBezTo>
                <a:cubicBezTo>
                  <a:pt x="613453" y="563638"/>
                  <a:pt x="564606" y="565054"/>
                  <a:pt x="516691" y="573315"/>
                </a:cubicBezTo>
                <a:cubicBezTo>
                  <a:pt x="436473" y="587146"/>
                  <a:pt x="474620" y="599388"/>
                  <a:pt x="407834" y="602343"/>
                </a:cubicBezTo>
                <a:cubicBezTo>
                  <a:pt x="285738" y="607746"/>
                  <a:pt x="163510" y="609600"/>
                  <a:pt x="41348" y="613229"/>
                </a:cubicBezTo>
                <a:lnTo>
                  <a:pt x="1434" y="609600"/>
                </a:lnTo>
                <a:cubicBezTo>
                  <a:pt x="-3026" y="607370"/>
                  <a:pt x="4268" y="600009"/>
                  <a:pt x="5062" y="595086"/>
                </a:cubicBezTo>
                <a:cubicBezTo>
                  <a:pt x="10319" y="562494"/>
                  <a:pt x="15015" y="529812"/>
                  <a:pt x="19577" y="497115"/>
                </a:cubicBezTo>
                <a:cubicBezTo>
                  <a:pt x="22708" y="474680"/>
                  <a:pt x="28118" y="420404"/>
                  <a:pt x="34091" y="395515"/>
                </a:cubicBezTo>
                <a:cubicBezTo>
                  <a:pt x="37930" y="379518"/>
                  <a:pt x="43767" y="364067"/>
                  <a:pt x="48605" y="348343"/>
                </a:cubicBezTo>
                <a:cubicBezTo>
                  <a:pt x="51024" y="301172"/>
                  <a:pt x="53717" y="254014"/>
                  <a:pt x="55862" y="206829"/>
                </a:cubicBezTo>
                <a:cubicBezTo>
                  <a:pt x="58556" y="147574"/>
                  <a:pt x="58967" y="88199"/>
                  <a:pt x="63120" y="29029"/>
                </a:cubicBezTo>
                <a:cubicBezTo>
                  <a:pt x="63818" y="19079"/>
                  <a:pt x="70377" y="0"/>
                  <a:pt x="7037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3536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8CBB-C48C-3A03-FBBD-1CD54D14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n 59">
            <a:extLst>
              <a:ext uri="{FF2B5EF4-FFF2-40B4-BE49-F238E27FC236}">
                <a16:creationId xmlns:a16="http://schemas.microsoft.com/office/drawing/2014/main" id="{4171FE58-C107-6F37-A9E0-446069CF00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303" y="0"/>
            <a:ext cx="7503393" cy="6858000"/>
          </a:xfrm>
          <a:prstGeom prst="rect">
            <a:avLst/>
          </a:prstGeo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596A095-3C37-B9D6-C4B2-3C86D1D083C6}"/>
              </a:ext>
            </a:extLst>
          </p:cNvPr>
          <p:cNvCxnSpPr>
            <a:cxnSpLocks/>
          </p:cNvCxnSpPr>
          <p:nvPr/>
        </p:nvCxnSpPr>
        <p:spPr>
          <a:xfrm>
            <a:off x="4783273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DE5FE819-15C2-CFA1-0799-BD8811206DB8}"/>
              </a:ext>
            </a:extLst>
          </p:cNvPr>
          <p:cNvSpPr/>
          <p:nvPr/>
        </p:nvSpPr>
        <p:spPr>
          <a:xfrm>
            <a:off x="4478386" y="3632442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24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65B7727-A7CB-6CCF-8DEF-0FABCCCA9B9C}"/>
              </a:ext>
            </a:extLst>
          </p:cNvPr>
          <p:cNvSpPr/>
          <p:nvPr/>
        </p:nvSpPr>
        <p:spPr>
          <a:xfrm>
            <a:off x="5080729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34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82F6671-2CDD-A905-3D06-3AEC0B50ADFE}"/>
              </a:ext>
            </a:extLst>
          </p:cNvPr>
          <p:cNvCxnSpPr>
            <a:cxnSpLocks/>
          </p:cNvCxnSpPr>
          <p:nvPr/>
        </p:nvCxnSpPr>
        <p:spPr>
          <a:xfrm>
            <a:off x="5345701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ipse 2">
            <a:extLst>
              <a:ext uri="{FF2B5EF4-FFF2-40B4-BE49-F238E27FC236}">
                <a16:creationId xmlns:a16="http://schemas.microsoft.com/office/drawing/2014/main" id="{BA1F8C3B-8E60-1976-FE27-D129A6D69E7F}"/>
              </a:ext>
            </a:extLst>
          </p:cNvPr>
          <p:cNvSpPr/>
          <p:nvPr/>
        </p:nvSpPr>
        <p:spPr>
          <a:xfrm>
            <a:off x="5643157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44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6DE046C-00F5-90F5-C137-692AED95C638}"/>
              </a:ext>
            </a:extLst>
          </p:cNvPr>
          <p:cNvCxnSpPr>
            <a:cxnSpLocks/>
          </p:cNvCxnSpPr>
          <p:nvPr/>
        </p:nvCxnSpPr>
        <p:spPr>
          <a:xfrm>
            <a:off x="5940787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BBED5C8-D0B3-B88E-900B-393AEF442D3C}"/>
              </a:ext>
            </a:extLst>
          </p:cNvPr>
          <p:cNvSpPr/>
          <p:nvPr/>
        </p:nvSpPr>
        <p:spPr>
          <a:xfrm>
            <a:off x="6238243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54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75E1E13-294B-3ECA-6A60-EC18B846B610}"/>
              </a:ext>
            </a:extLst>
          </p:cNvPr>
          <p:cNvCxnSpPr>
            <a:cxnSpLocks/>
          </p:cNvCxnSpPr>
          <p:nvPr/>
        </p:nvCxnSpPr>
        <p:spPr>
          <a:xfrm>
            <a:off x="6506844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3DAEB592-AB99-AA61-DE46-FE15B4640F60}"/>
              </a:ext>
            </a:extLst>
          </p:cNvPr>
          <p:cNvSpPr/>
          <p:nvPr/>
        </p:nvSpPr>
        <p:spPr>
          <a:xfrm>
            <a:off x="6804300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64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F71B7F2-D9A3-EF32-10CC-404E5359D998}"/>
              </a:ext>
            </a:extLst>
          </p:cNvPr>
          <p:cNvCxnSpPr>
            <a:cxnSpLocks/>
          </p:cNvCxnSpPr>
          <p:nvPr/>
        </p:nvCxnSpPr>
        <p:spPr>
          <a:xfrm>
            <a:off x="7109187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BFD4AAFF-88C8-C2FD-9DAC-A185D3086216}"/>
              </a:ext>
            </a:extLst>
          </p:cNvPr>
          <p:cNvSpPr/>
          <p:nvPr/>
        </p:nvSpPr>
        <p:spPr>
          <a:xfrm>
            <a:off x="7406643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74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2126CB1-1AED-1965-5A36-AC3F5CB0C277}"/>
              </a:ext>
            </a:extLst>
          </p:cNvPr>
          <p:cNvCxnSpPr>
            <a:cxnSpLocks/>
          </p:cNvCxnSpPr>
          <p:nvPr/>
        </p:nvCxnSpPr>
        <p:spPr>
          <a:xfrm>
            <a:off x="7675244" y="3879033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B95A95F0-185E-A709-1ACD-199237A1DA48}"/>
              </a:ext>
            </a:extLst>
          </p:cNvPr>
          <p:cNvSpPr/>
          <p:nvPr/>
        </p:nvSpPr>
        <p:spPr>
          <a:xfrm>
            <a:off x="7972700" y="3631988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84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138AF85-3D46-8256-C1F0-4226CFD279C7}"/>
              </a:ext>
            </a:extLst>
          </p:cNvPr>
          <p:cNvCxnSpPr>
            <a:cxnSpLocks/>
          </p:cNvCxnSpPr>
          <p:nvPr/>
        </p:nvCxnSpPr>
        <p:spPr>
          <a:xfrm flipV="1">
            <a:off x="4184559" y="3577771"/>
            <a:ext cx="289470" cy="279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0B6A7C9A-6ECC-556D-A36B-23F5B4D118EA}"/>
              </a:ext>
            </a:extLst>
          </p:cNvPr>
          <p:cNvSpPr/>
          <p:nvPr/>
        </p:nvSpPr>
        <p:spPr>
          <a:xfrm>
            <a:off x="3926843" y="3632442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14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703DBD1-6003-35E7-A296-F2212C4A7BC1}"/>
              </a:ext>
            </a:extLst>
          </p:cNvPr>
          <p:cNvCxnSpPr>
            <a:cxnSpLocks/>
          </p:cNvCxnSpPr>
          <p:nvPr/>
        </p:nvCxnSpPr>
        <p:spPr>
          <a:xfrm flipV="1">
            <a:off x="4474029" y="3040743"/>
            <a:ext cx="0" cy="518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E8C2A0C0-23F8-2578-1E99-27CC00A7D905}"/>
              </a:ext>
            </a:extLst>
          </p:cNvPr>
          <p:cNvSpPr/>
          <p:nvPr/>
        </p:nvSpPr>
        <p:spPr>
          <a:xfrm>
            <a:off x="4478386" y="3022842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25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7FB5F61-7D19-2934-60A6-E680BF5C4D03}"/>
              </a:ext>
            </a:extLst>
          </p:cNvPr>
          <p:cNvSpPr/>
          <p:nvPr/>
        </p:nvSpPr>
        <p:spPr>
          <a:xfrm>
            <a:off x="4478386" y="2489442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26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74E4DCD6-912A-3FCC-A8E7-C158FAAB7207}"/>
              </a:ext>
            </a:extLst>
          </p:cNvPr>
          <p:cNvCxnSpPr>
            <a:cxnSpLocks/>
          </p:cNvCxnSpPr>
          <p:nvPr/>
        </p:nvCxnSpPr>
        <p:spPr>
          <a:xfrm flipV="1">
            <a:off x="4488543" y="2757714"/>
            <a:ext cx="279400" cy="290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A0CDD6F-C65A-14A7-FB6C-350E71489BE8}"/>
              </a:ext>
            </a:extLst>
          </p:cNvPr>
          <p:cNvCxnSpPr>
            <a:cxnSpLocks/>
          </p:cNvCxnSpPr>
          <p:nvPr/>
        </p:nvCxnSpPr>
        <p:spPr>
          <a:xfrm>
            <a:off x="4779645" y="2757805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BF871FF-D89A-BDC1-1488-DDC77A3AD36F}"/>
              </a:ext>
            </a:extLst>
          </p:cNvPr>
          <p:cNvSpPr/>
          <p:nvPr/>
        </p:nvSpPr>
        <p:spPr>
          <a:xfrm>
            <a:off x="5077101" y="2510760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36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C2A0DE4-98B0-F4A6-0A4A-A03D5BD4525A}"/>
              </a:ext>
            </a:extLst>
          </p:cNvPr>
          <p:cNvCxnSpPr>
            <a:cxnSpLocks/>
          </p:cNvCxnSpPr>
          <p:nvPr/>
        </p:nvCxnSpPr>
        <p:spPr>
          <a:xfrm>
            <a:off x="5342073" y="2757805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D9F790AD-146F-FCEB-0CC5-F3914F452562}"/>
              </a:ext>
            </a:extLst>
          </p:cNvPr>
          <p:cNvSpPr/>
          <p:nvPr/>
        </p:nvSpPr>
        <p:spPr>
          <a:xfrm>
            <a:off x="5639529" y="2510760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46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175009B6-07EE-AFD8-569E-E5840FCD8C67}"/>
              </a:ext>
            </a:extLst>
          </p:cNvPr>
          <p:cNvCxnSpPr>
            <a:cxnSpLocks/>
          </p:cNvCxnSpPr>
          <p:nvPr/>
        </p:nvCxnSpPr>
        <p:spPr>
          <a:xfrm>
            <a:off x="5937159" y="2757805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lipse 42">
            <a:extLst>
              <a:ext uri="{FF2B5EF4-FFF2-40B4-BE49-F238E27FC236}">
                <a16:creationId xmlns:a16="http://schemas.microsoft.com/office/drawing/2014/main" id="{96D38DF7-32EF-2D39-060F-11E9555D0587}"/>
              </a:ext>
            </a:extLst>
          </p:cNvPr>
          <p:cNvSpPr/>
          <p:nvPr/>
        </p:nvSpPr>
        <p:spPr>
          <a:xfrm>
            <a:off x="6234615" y="2510760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56</a:t>
            </a: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6D6BA1BE-D2B5-3AD4-E155-8E0A6409461C}"/>
              </a:ext>
            </a:extLst>
          </p:cNvPr>
          <p:cNvCxnSpPr>
            <a:cxnSpLocks/>
          </p:cNvCxnSpPr>
          <p:nvPr/>
        </p:nvCxnSpPr>
        <p:spPr>
          <a:xfrm>
            <a:off x="6503216" y="2757805"/>
            <a:ext cx="5913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3F2A13EB-B5C3-738D-DDA1-51AA154DF131}"/>
              </a:ext>
            </a:extLst>
          </p:cNvPr>
          <p:cNvSpPr/>
          <p:nvPr/>
        </p:nvSpPr>
        <p:spPr>
          <a:xfrm>
            <a:off x="6800672" y="2510760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66</a:t>
            </a: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24CA4E18-25AF-7DEC-426B-38A00F7C868A}"/>
              </a:ext>
            </a:extLst>
          </p:cNvPr>
          <p:cNvCxnSpPr>
            <a:cxnSpLocks/>
          </p:cNvCxnSpPr>
          <p:nvPr/>
        </p:nvCxnSpPr>
        <p:spPr>
          <a:xfrm>
            <a:off x="7101930" y="2757805"/>
            <a:ext cx="274956" cy="253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06C3EFA7-A6E7-8796-07AE-5A4A557C3CBC}"/>
              </a:ext>
            </a:extLst>
          </p:cNvPr>
          <p:cNvSpPr/>
          <p:nvPr/>
        </p:nvSpPr>
        <p:spPr>
          <a:xfrm>
            <a:off x="7399386" y="3058674"/>
            <a:ext cx="245128" cy="22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200" dirty="0"/>
              <a:t>75</a:t>
            </a: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2F4E954A-57E4-53FF-D24D-278CBC67CCEE}"/>
              </a:ext>
            </a:extLst>
          </p:cNvPr>
          <p:cNvCxnSpPr>
            <a:cxnSpLocks/>
          </p:cNvCxnSpPr>
          <p:nvPr/>
        </p:nvCxnSpPr>
        <p:spPr>
          <a:xfrm>
            <a:off x="7363187" y="2990033"/>
            <a:ext cx="28213" cy="594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C3C2F2BA-EC7F-B252-AEFF-95AE0D0BC5C1}"/>
              </a:ext>
            </a:extLst>
          </p:cNvPr>
          <p:cNvCxnSpPr>
            <a:cxnSpLocks/>
          </p:cNvCxnSpPr>
          <p:nvPr/>
        </p:nvCxnSpPr>
        <p:spPr>
          <a:xfrm>
            <a:off x="7395844" y="3592376"/>
            <a:ext cx="296727" cy="304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751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32</Words>
  <Application>Microsoft Office PowerPoint</Application>
  <PresentationFormat>Panorámica</PresentationFormat>
  <Paragraphs>32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Casado González</dc:creator>
  <cp:lastModifiedBy>Rafael Casado González</cp:lastModifiedBy>
  <cp:revision>2</cp:revision>
  <dcterms:created xsi:type="dcterms:W3CDTF">2024-11-23T19:00:25Z</dcterms:created>
  <dcterms:modified xsi:type="dcterms:W3CDTF">2024-11-24T12:44:25Z</dcterms:modified>
</cp:coreProperties>
</file>